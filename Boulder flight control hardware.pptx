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B528-42E3-DB0D-CEC9-607CE8AF4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75E4E-E079-A73A-7C5C-41C34FF85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8CB6D-C6BC-69FC-EA49-7B71DA7E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F3B1E-8420-3131-0263-8DA3E9DA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C67E-BEF1-9B46-D35F-C6F7E784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3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22FB-2620-2079-F5B6-EBCA9CAA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22CD-4132-20B6-136B-328458F2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A1303-AE56-1C7A-7458-E41C2B25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7953-1C43-2FF1-2D51-1B99FC49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2CE16-6B32-5685-C52F-40645285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8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625B-DDC1-ADDE-0E14-DB25A778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06DE6-DEE3-7324-FBB4-17C235304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A2C2-1D4E-C129-F8AA-5A9969A5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81625-A8C2-E427-8EC7-C36E7473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EAE78-05CE-0578-28D7-84A89B62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6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2654-EC39-16BA-B0C3-90241914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28245-7F87-75EF-CC3F-5D8EEA8E8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5E182-4C4F-2F66-DF6A-8F2E174E6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E2FB3-7DD6-7776-9146-9AF326E4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0CF01-3778-CDCD-E937-6B06AEED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74259-637C-6E33-192F-33B28F43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C175-23DE-CE28-5BE6-D1585704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60CEE-DD5A-EAE5-855F-FF08F6FA0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B2BEC-CC45-49A2-95BE-EE1420D8A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FC126-F8AA-507E-65CA-5CA09FD54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40F4E-65B2-15B4-E356-D666B7DB7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64EF0-BDFD-3087-15D5-978D385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E99FE-047E-B035-2065-C14BE5CF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46614-2F96-B03F-9AA7-B86097DE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2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91C0-A84F-2FCB-1FAB-B077A148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3164A-9985-D020-88CF-9A114862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00B17-362A-59CC-54D0-B270EE14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EE956-32F4-F996-8182-6FAF18A5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9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38FE-266C-85E4-A602-EF94F82E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8F20E2-5B80-B2ED-3BD5-258691B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5A7-89F9-1E8B-3951-74A6BEE5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4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3362-8D55-2491-AC4E-C3345D72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C233-524B-17B5-142C-CD51273E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E6C3F-FB00-F1E3-14BA-0733ACCCE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62976-765A-3B8E-4FCF-0879462C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69A0A-28D3-270E-1869-FF124262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3B01C-E437-763A-3C40-D75BD464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1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C9EF-B23A-22A6-DB54-8A44F449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C34D1-A287-006D-6007-0D0E2D7BD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1451-21F2-C303-515C-051FA323F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97B9D-3211-FE98-B629-083A5CE0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2C680-299C-59A7-9277-E0B74FBC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5FBBB-0D0D-A57C-A9D1-4AD862E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5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58AE-FF29-DFA4-6EA8-A521217E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DF7E3-C363-D238-9AEC-C1426BC97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DCD15-E949-2971-E52C-8F8B79C0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595D3-62D3-DBDB-3624-6A2CE6D1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A36BB-3868-8497-4117-F02229B1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8EB7D-23F4-6D16-5044-8A9B84D2C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A6B3F-084B-E837-EB89-78AA92E6C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8C8C-07F5-9D91-5011-F8795E34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54853-9376-F31C-03A2-50D0102F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1E458-58D6-4395-32F0-FE359439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8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C0C9F-2491-1630-AE52-10F298526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59D88-5F67-E4B8-F9AB-E49121BE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668D3-B1D5-CC5B-CA23-1FCA9116E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0B43B-B558-494F-96F5-3A0D5EC0550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6576-0F07-8E97-D059-3807A9874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0535D-A5FF-1928-5119-A7A822675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FF5FB-64A6-4E2A-AB9E-FB4DC0E41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6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6666-FC86-A4B1-71E9-3E785EE5A1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Boulder flight control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24EF7-8C40-1423-D77B-0FD8CE14D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2078-83C8-C033-BCAB-D896F97F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A5A65-20C7-1ADC-D143-4821DA7F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9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Boulder flight control hardware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Zhouzhou Chen</dc:creator>
  <cp:lastModifiedBy>Zhouzhou Chen</cp:lastModifiedBy>
  <cp:revision>1</cp:revision>
  <dcterms:created xsi:type="dcterms:W3CDTF">2025-10-07T15:36:10Z</dcterms:created>
  <dcterms:modified xsi:type="dcterms:W3CDTF">2025-10-08T00:41:59Z</dcterms:modified>
</cp:coreProperties>
</file>